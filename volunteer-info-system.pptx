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5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6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3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1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9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4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3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5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65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33A6A7-E7EE-42C5-88DE-B09D16B3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D0A9C-8ADB-4EC1-E86C-042BB2E44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2954226"/>
            <a:ext cx="5555624" cy="2232199"/>
          </a:xfrm>
        </p:spPr>
        <p:txBody>
          <a:bodyPr anchor="t">
            <a:normAutofit/>
          </a:bodyPr>
          <a:lstStyle/>
          <a:p>
            <a:pPr algn="l"/>
            <a:r>
              <a:rPr lang="ru-RU" dirty="0"/>
              <a:t>Биржа волонтеров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AE26AC-AF65-F7D3-C3BD-B417E485E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25465"/>
            <a:ext cx="5555624" cy="2063925"/>
          </a:xfrm>
        </p:spPr>
        <p:txBody>
          <a:bodyPr anchor="b">
            <a:normAutofit/>
          </a:bodyPr>
          <a:lstStyle/>
          <a:p>
            <a:pPr algn="l"/>
            <a:endParaRPr lang="ru-RU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Изображение выглядит как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73577F-2E37-BB24-1323-E4FEF88338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44" r="31772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389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3CDDC-B395-0F8F-8BCD-A59876DE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8AAC9C-DB0C-E6A8-D8F7-47984BE8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Волонтёрские мероприятия и бытовые просьбы публикуются на разных ресурсах</a:t>
            </a:r>
          </a:p>
          <a:p>
            <a:r>
              <a:rPr lang="ru-RU" dirty="0"/>
              <a:t>Нет единой платформы для поиска и участия</a:t>
            </a:r>
          </a:p>
          <a:p>
            <a:r>
              <a:rPr lang="ru-RU" dirty="0"/>
              <a:t>Сложно фиксировать и подтверждать участие добровольцев</a:t>
            </a:r>
          </a:p>
          <a:p>
            <a:r>
              <a:rPr lang="ru-RU" dirty="0"/>
              <a:t>Отсутствует прозрачная система рейтинга и учёта</a:t>
            </a:r>
          </a:p>
        </p:txBody>
      </p:sp>
    </p:spTree>
    <p:extLst>
      <p:ext uri="{BB962C8B-B14F-4D97-AF65-F5344CB8AC3E}">
        <p14:creationId xmlns:p14="http://schemas.microsoft.com/office/powerpoint/2010/main" val="351030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C41EB-D9DB-1C8D-2975-1858B549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5661B2-5BA6-DE0F-97AE-AE6BC387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b="1" dirty="0"/>
              <a:t>информационной системы для координации волонтёров и организаторов</a:t>
            </a:r>
            <a:r>
              <a:rPr lang="ru-RU" dirty="0"/>
              <a:t>:</a:t>
            </a:r>
          </a:p>
          <a:p>
            <a:r>
              <a:rPr lang="ru-RU" dirty="0"/>
              <a:t>Электронная доска объявлений для мероприятий и заявок</a:t>
            </a:r>
          </a:p>
          <a:p>
            <a:r>
              <a:rPr lang="ru-RU" dirty="0"/>
              <a:t>Личный кабинет для волонтёров и организаций</a:t>
            </a:r>
          </a:p>
          <a:p>
            <a:r>
              <a:rPr lang="ru-RU" dirty="0"/>
              <a:t>Автоматическое ведение волонтёрской книжки</a:t>
            </a:r>
          </a:p>
          <a:p>
            <a:r>
              <a:rPr lang="ru-RU" dirty="0"/>
              <a:t>Система рейтингов и уведомлений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493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39DF9-DC23-F226-7067-385EE01B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F3D08-059A-24FB-3CBC-663650BB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Волонтёры – студенты, школьники, активные граждане</a:t>
            </a:r>
          </a:p>
          <a:p>
            <a:r>
              <a:rPr lang="ru-RU" dirty="0"/>
              <a:t>Организации – НКО, учебные заведения, инициативные группы</a:t>
            </a:r>
          </a:p>
          <a:p>
            <a:r>
              <a:rPr lang="ru-RU" dirty="0"/>
              <a:t>Частные лица – пожилые люди, семьи, которым нужна помощь</a:t>
            </a:r>
          </a:p>
        </p:txBody>
      </p:sp>
    </p:spTree>
    <p:extLst>
      <p:ext uri="{BB962C8B-B14F-4D97-AF65-F5344CB8AC3E}">
        <p14:creationId xmlns:p14="http://schemas.microsoft.com/office/powerpoint/2010/main" val="271282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63986-2FAF-37A8-615E-0C5F2315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286473-0538-014C-B62F-FEA11EB8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32" y="1845289"/>
            <a:ext cx="1072293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500" dirty="0"/>
              <a:t>Для волонтёров:</a:t>
            </a:r>
          </a:p>
          <a:p>
            <a:r>
              <a:rPr lang="ru-RU" dirty="0"/>
              <a:t>Поиск и участие в мероприятиях</a:t>
            </a:r>
          </a:p>
          <a:p>
            <a:r>
              <a:rPr lang="ru-RU" dirty="0"/>
              <a:t>Автоматическое пополнение волонтёрской книжки</a:t>
            </a:r>
          </a:p>
          <a:p>
            <a:r>
              <a:rPr lang="ru-RU" dirty="0"/>
              <a:t>Рейтинг и признание активности</a:t>
            </a:r>
          </a:p>
          <a:p>
            <a:pPr marL="0" indent="0">
              <a:buNone/>
            </a:pPr>
            <a:r>
              <a:rPr lang="ru-RU" sz="3500" dirty="0"/>
              <a:t>Для организаторов</a:t>
            </a:r>
            <a:r>
              <a:rPr lang="ru-RU" dirty="0"/>
              <a:t>:</a:t>
            </a:r>
          </a:p>
          <a:p>
            <a:r>
              <a:rPr lang="ru-RU" dirty="0"/>
              <a:t>Публикация и управление заявками</a:t>
            </a:r>
          </a:p>
          <a:p>
            <a:r>
              <a:rPr lang="ru-RU" dirty="0"/>
              <a:t>Отслеживание откликов и участников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837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EF76EA-BC34-3DED-5A17-1F6FFEA2A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77" y="75915"/>
            <a:ext cx="10059255" cy="6706170"/>
          </a:xfrm>
        </p:spPr>
      </p:pic>
    </p:spTree>
    <p:extLst>
      <p:ext uri="{BB962C8B-B14F-4D97-AF65-F5344CB8AC3E}">
        <p14:creationId xmlns:p14="http://schemas.microsoft.com/office/powerpoint/2010/main" val="529166235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121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Posterama</vt:lpstr>
      <vt:lpstr>SineVTI</vt:lpstr>
      <vt:lpstr>Биржа волонтеров</vt:lpstr>
      <vt:lpstr>Проблема</vt:lpstr>
      <vt:lpstr>Идея</vt:lpstr>
      <vt:lpstr>Целевая аудитория</vt:lpstr>
      <vt:lpstr>Ключевые возможности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Айгуль Ибрагимова</dc:creator>
  <cp:lastModifiedBy>Айгуль Ибрагимова</cp:lastModifiedBy>
  <cp:revision>1</cp:revision>
  <dcterms:created xsi:type="dcterms:W3CDTF">2025-09-16T08:57:40Z</dcterms:created>
  <dcterms:modified xsi:type="dcterms:W3CDTF">2025-09-16T09:08:14Z</dcterms:modified>
</cp:coreProperties>
</file>